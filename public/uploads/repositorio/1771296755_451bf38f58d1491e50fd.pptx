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8" r:id="rId2"/>
    <p:sldId id="257" r:id="rId3"/>
    <p:sldId id="256" r:id="rId4"/>
  </p:sldIdLst>
  <p:sldSz cx="13320713" cy="8999538"/>
  <p:notesSz cx="6858000" cy="93138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2C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741" autoAdjust="0"/>
  </p:normalViewPr>
  <p:slideViewPr>
    <p:cSldViewPr snapToGrid="0">
      <p:cViewPr>
        <p:scale>
          <a:sx n="66" d="100"/>
          <a:sy n="66" d="100"/>
        </p:scale>
        <p:origin x="436" y="-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73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73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007576-1EDD-4677-B91B-D63FCBAC134D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03313" y="1163638"/>
            <a:ext cx="4651375" cy="3143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46554"/>
            <a:ext cx="2971800" cy="4673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846554"/>
            <a:ext cx="2971800" cy="4673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80FEB5-8BBB-4046-8191-29C4144501E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9218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1311" rtl="0" eaLnBrk="1" latinLnBrk="0" hangingPunct="1">
      <a:defRPr sz="1406" kern="1200">
        <a:solidFill>
          <a:schemeClr val="tx1"/>
        </a:solidFill>
        <a:latin typeface="+mn-lt"/>
        <a:ea typeface="+mn-ea"/>
        <a:cs typeface="+mn-cs"/>
      </a:defRPr>
    </a:lvl1pPr>
    <a:lvl2pPr marL="535656" algn="l" defTabSz="1071311" rtl="0" eaLnBrk="1" latinLnBrk="0" hangingPunct="1">
      <a:defRPr sz="1406" kern="1200">
        <a:solidFill>
          <a:schemeClr val="tx1"/>
        </a:solidFill>
        <a:latin typeface="+mn-lt"/>
        <a:ea typeface="+mn-ea"/>
        <a:cs typeface="+mn-cs"/>
      </a:defRPr>
    </a:lvl2pPr>
    <a:lvl3pPr marL="1071311" algn="l" defTabSz="1071311" rtl="0" eaLnBrk="1" latinLnBrk="0" hangingPunct="1">
      <a:defRPr sz="1406" kern="1200">
        <a:solidFill>
          <a:schemeClr val="tx1"/>
        </a:solidFill>
        <a:latin typeface="+mn-lt"/>
        <a:ea typeface="+mn-ea"/>
        <a:cs typeface="+mn-cs"/>
      </a:defRPr>
    </a:lvl3pPr>
    <a:lvl4pPr marL="1606967" algn="l" defTabSz="1071311" rtl="0" eaLnBrk="1" latinLnBrk="0" hangingPunct="1">
      <a:defRPr sz="1406" kern="1200">
        <a:solidFill>
          <a:schemeClr val="tx1"/>
        </a:solidFill>
        <a:latin typeface="+mn-lt"/>
        <a:ea typeface="+mn-ea"/>
        <a:cs typeface="+mn-cs"/>
      </a:defRPr>
    </a:lvl4pPr>
    <a:lvl5pPr marL="2142622" algn="l" defTabSz="1071311" rtl="0" eaLnBrk="1" latinLnBrk="0" hangingPunct="1">
      <a:defRPr sz="1406" kern="1200">
        <a:solidFill>
          <a:schemeClr val="tx1"/>
        </a:solidFill>
        <a:latin typeface="+mn-lt"/>
        <a:ea typeface="+mn-ea"/>
        <a:cs typeface="+mn-cs"/>
      </a:defRPr>
    </a:lvl5pPr>
    <a:lvl6pPr marL="2678278" algn="l" defTabSz="1071311" rtl="0" eaLnBrk="1" latinLnBrk="0" hangingPunct="1">
      <a:defRPr sz="1406" kern="1200">
        <a:solidFill>
          <a:schemeClr val="tx1"/>
        </a:solidFill>
        <a:latin typeface="+mn-lt"/>
        <a:ea typeface="+mn-ea"/>
        <a:cs typeface="+mn-cs"/>
      </a:defRPr>
    </a:lvl6pPr>
    <a:lvl7pPr marL="3213933" algn="l" defTabSz="1071311" rtl="0" eaLnBrk="1" latinLnBrk="0" hangingPunct="1">
      <a:defRPr sz="1406" kern="1200">
        <a:solidFill>
          <a:schemeClr val="tx1"/>
        </a:solidFill>
        <a:latin typeface="+mn-lt"/>
        <a:ea typeface="+mn-ea"/>
        <a:cs typeface="+mn-cs"/>
      </a:defRPr>
    </a:lvl7pPr>
    <a:lvl8pPr marL="3749589" algn="l" defTabSz="1071311" rtl="0" eaLnBrk="1" latinLnBrk="0" hangingPunct="1">
      <a:defRPr sz="1406" kern="1200">
        <a:solidFill>
          <a:schemeClr val="tx1"/>
        </a:solidFill>
        <a:latin typeface="+mn-lt"/>
        <a:ea typeface="+mn-ea"/>
        <a:cs typeface="+mn-cs"/>
      </a:defRPr>
    </a:lvl8pPr>
    <a:lvl9pPr marL="4285244" algn="l" defTabSz="1071311" rtl="0" eaLnBrk="1" latinLnBrk="0" hangingPunct="1">
      <a:defRPr sz="14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0FEB5-8BBB-4046-8191-29C4144501EC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9734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2E83B-02E2-D64F-5981-C9E4BB95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B942977-ABBA-4863-746E-1747F2D52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3313" y="1163638"/>
            <a:ext cx="4651375" cy="314325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9AD3987-7C38-5704-1D3B-3527FCB7B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22C430-513F-3CC0-41AB-C4A97D743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0FEB5-8BBB-4046-8191-29C4144501EC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4820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103313" y="1163638"/>
            <a:ext cx="4651375" cy="314325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0FEB5-8BBB-4046-8191-29C4144501EC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0931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9054" y="1472842"/>
            <a:ext cx="11322606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5089" y="4726842"/>
            <a:ext cx="9990535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3D54F-45C3-4A32-B81B-699BA1F093D0}" type="datetime1">
              <a:rPr lang="es-MX" smtClean="0"/>
              <a:t>11/02/2026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Pagina 1 de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522A-014A-4121-BF1E-7D01704799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407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346E5-8DAA-47AD-97F6-D6B6AB485610}" type="datetime1">
              <a:rPr lang="es-MX" smtClean="0"/>
              <a:t>11/02/2026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Pagina 1 de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522A-014A-4121-BF1E-7D01704799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4562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862" y="2243638"/>
            <a:ext cx="11489115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862" y="6022610"/>
            <a:ext cx="11489115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82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02C5-8AA8-42F1-A833-00F012A244EC}" type="datetime1">
              <a:rPr lang="es-MX" smtClean="0"/>
              <a:t>11/02/2026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Pagina 1 de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522A-014A-4121-BF1E-7D01704799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6138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5799" y="2395710"/>
            <a:ext cx="5661303" cy="571012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43611" y="2395710"/>
            <a:ext cx="5661303" cy="571012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B9751-F832-4379-BA44-8BD76277AD89}" type="datetime1">
              <a:rPr lang="es-MX" smtClean="0"/>
              <a:t>11/02/2026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Pagina 1 de 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522A-014A-4121-BF1E-7D01704799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7579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479144"/>
            <a:ext cx="11489115" cy="173949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536" y="2206137"/>
            <a:ext cx="5635285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7536" y="3287331"/>
            <a:ext cx="5635285" cy="483516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43612" y="2206137"/>
            <a:ext cx="5663038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43612" y="3287331"/>
            <a:ext cx="5663038" cy="483516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45065-73D8-4126-B82D-216B0E6C7623}" type="datetime1">
              <a:rPr lang="es-MX" smtClean="0"/>
              <a:t>11/02/2026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Pagina 1 de 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522A-014A-4121-BF1E-7D01704799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471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C04C-55EA-499C-A1D0-213F10941E8F}" type="datetime1">
              <a:rPr lang="es-MX" smtClean="0"/>
              <a:t>11/02/2026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Pagina 1 de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522A-014A-4121-BF1E-7D01704799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1424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3575-9E12-402B-92FB-A901CE8E9116}" type="datetime1">
              <a:rPr lang="es-MX" smtClean="0"/>
              <a:t>11/02/2026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Pagina 1 de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522A-014A-4121-BF1E-7D01704799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1079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599969"/>
            <a:ext cx="429627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3038" y="1295769"/>
            <a:ext cx="6743611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4" y="2699862"/>
            <a:ext cx="429627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8902-CB17-4256-BEBC-3DB458F5411F}" type="datetime1">
              <a:rPr lang="es-MX" smtClean="0"/>
              <a:t>11/02/2026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Pagina 1 de 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522A-014A-4121-BF1E-7D01704799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141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599969"/>
            <a:ext cx="429627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63038" y="1295769"/>
            <a:ext cx="6743611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4" y="2699862"/>
            <a:ext cx="429627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2CA3-0D35-4D45-8CEB-DF0D5DDF000D}" type="datetime1">
              <a:rPr lang="es-MX" smtClean="0"/>
              <a:t>11/02/2026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Pagina 1 de 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522A-014A-4121-BF1E-7D01704799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3761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7EB81-B4E8-4743-8177-B0E03108FF84}" type="datetime1">
              <a:rPr lang="es-MX" smtClean="0"/>
              <a:t>11/02/2026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Pagina 1 de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522A-014A-4121-BF1E-7D01704799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0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32636" y="479142"/>
            <a:ext cx="2872279" cy="762669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5800" y="479142"/>
            <a:ext cx="8450327" cy="762669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4108F-AC35-4C43-B768-E140DDC76106}" type="datetime1">
              <a:rPr lang="es-MX" smtClean="0"/>
              <a:t>11/02/2026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Pagina 1 de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522A-014A-4121-BF1E-7D01704799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715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5799" y="479144"/>
            <a:ext cx="11489115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799" y="2395710"/>
            <a:ext cx="11489115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799" y="8341240"/>
            <a:ext cx="299716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381B9C-1853-4786-8B12-862280D47D1C}" type="datetime1">
              <a:rPr lang="es-MX" smtClean="0"/>
              <a:t>11/02/2026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12486" y="8341240"/>
            <a:ext cx="4495741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MX"/>
              <a:t>Pagina 1 de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07754" y="8341240"/>
            <a:ext cx="299716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B8522A-014A-4121-BF1E-7D01704799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87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1199967" rtl="0" eaLnBrk="1" latinLnBrk="0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, Esquemático&#10;&#10;Descripción generada automáticamente">
            <a:extLst>
              <a:ext uri="{FF2B5EF4-FFF2-40B4-BE49-F238E27FC236}">
                <a16:creationId xmlns:a16="http://schemas.microsoft.com/office/drawing/2014/main" id="{6F4D46C5-2E37-0543-8EDB-1333FF236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20" t="10000" r="3651" b="12063"/>
          <a:stretch/>
        </p:blipFill>
        <p:spPr>
          <a:xfrm>
            <a:off x="1752468" y="1125716"/>
            <a:ext cx="11266561" cy="640264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0C84FE0-3C83-FBF0-B718-33C6E9D9D203}"/>
              </a:ext>
            </a:extLst>
          </p:cNvPr>
          <p:cNvSpPr/>
          <p:nvPr/>
        </p:nvSpPr>
        <p:spPr>
          <a:xfrm>
            <a:off x="2314172" y="4748440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15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B8488CF-0BA8-D3E5-98E1-AEA68DB9C06B}"/>
              </a:ext>
            </a:extLst>
          </p:cNvPr>
          <p:cNvSpPr/>
          <p:nvPr/>
        </p:nvSpPr>
        <p:spPr>
          <a:xfrm>
            <a:off x="2652471" y="4710731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14 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84E782F-3CDE-4965-B7EE-22F37A778480}"/>
              </a:ext>
            </a:extLst>
          </p:cNvPr>
          <p:cNvSpPr/>
          <p:nvPr/>
        </p:nvSpPr>
        <p:spPr>
          <a:xfrm>
            <a:off x="5528402" y="4587812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 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E2F5942-D8BB-14AA-A8F2-DB2C4FF21B12}"/>
              </a:ext>
            </a:extLst>
          </p:cNvPr>
          <p:cNvSpPr/>
          <p:nvPr/>
        </p:nvSpPr>
        <p:spPr>
          <a:xfrm>
            <a:off x="5956785" y="4587812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518B793-7804-CF4E-FBD5-4546EB430284}"/>
              </a:ext>
            </a:extLst>
          </p:cNvPr>
          <p:cNvSpPr/>
          <p:nvPr/>
        </p:nvSpPr>
        <p:spPr>
          <a:xfrm>
            <a:off x="6332881" y="4564087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19DA2C0-ED88-AD8F-57D7-0CD58C8F66F6}"/>
              </a:ext>
            </a:extLst>
          </p:cNvPr>
          <p:cNvSpPr/>
          <p:nvPr/>
        </p:nvSpPr>
        <p:spPr>
          <a:xfrm>
            <a:off x="4994907" y="4564087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 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42AC814-4349-15A6-62D1-DAF35749510B}"/>
              </a:ext>
            </a:extLst>
          </p:cNvPr>
          <p:cNvSpPr/>
          <p:nvPr/>
        </p:nvSpPr>
        <p:spPr>
          <a:xfrm>
            <a:off x="4714596" y="4591416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6 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DDBC640-E460-53F8-4388-948893FA28CA}"/>
              </a:ext>
            </a:extLst>
          </p:cNvPr>
          <p:cNvSpPr/>
          <p:nvPr/>
        </p:nvSpPr>
        <p:spPr>
          <a:xfrm>
            <a:off x="2390879" y="5252920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16 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CC9A5EF-892B-5C04-26F1-3B7A66595CCD}"/>
              </a:ext>
            </a:extLst>
          </p:cNvPr>
          <p:cNvSpPr/>
          <p:nvPr/>
        </p:nvSpPr>
        <p:spPr>
          <a:xfrm>
            <a:off x="6737509" y="4587812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 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D93A945-75A9-5C43-4833-48B0805AAEC9}"/>
              </a:ext>
            </a:extLst>
          </p:cNvPr>
          <p:cNvSpPr/>
          <p:nvPr/>
        </p:nvSpPr>
        <p:spPr>
          <a:xfrm>
            <a:off x="2544471" y="6361783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17 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60DE516-817D-27AF-A6B4-73E98B23582E}"/>
              </a:ext>
            </a:extLst>
          </p:cNvPr>
          <p:cNvSpPr/>
          <p:nvPr/>
        </p:nvSpPr>
        <p:spPr>
          <a:xfrm>
            <a:off x="3854485" y="7243783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20 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C7F5115-2A9E-C8C0-98DE-6386CDAC2341}"/>
              </a:ext>
            </a:extLst>
          </p:cNvPr>
          <p:cNvSpPr/>
          <p:nvPr/>
        </p:nvSpPr>
        <p:spPr>
          <a:xfrm>
            <a:off x="6629509" y="7216481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24 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535ED8D-16B7-0424-FB91-A7D443EC1F45}"/>
              </a:ext>
            </a:extLst>
          </p:cNvPr>
          <p:cNvSpPr/>
          <p:nvPr/>
        </p:nvSpPr>
        <p:spPr>
          <a:xfrm>
            <a:off x="5664275" y="7225877"/>
            <a:ext cx="194133" cy="22261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23 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B779EE3-F665-124D-5B11-D6F2CCF537C6}"/>
              </a:ext>
            </a:extLst>
          </p:cNvPr>
          <p:cNvSpPr/>
          <p:nvPr/>
        </p:nvSpPr>
        <p:spPr>
          <a:xfrm>
            <a:off x="4937502" y="7225878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22 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1AA783B-5DC5-50E9-C622-0E750ACDFE09}"/>
              </a:ext>
            </a:extLst>
          </p:cNvPr>
          <p:cNvSpPr/>
          <p:nvPr/>
        </p:nvSpPr>
        <p:spPr>
          <a:xfrm>
            <a:off x="4391570" y="7212230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21 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F7321DF-7411-01ED-EB52-C88A970F9010}"/>
              </a:ext>
            </a:extLst>
          </p:cNvPr>
          <p:cNvSpPr/>
          <p:nvPr/>
        </p:nvSpPr>
        <p:spPr>
          <a:xfrm>
            <a:off x="7502871" y="7293755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25 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A1E4101-55B2-DF7B-DFE4-E8AE7520D58C}"/>
              </a:ext>
            </a:extLst>
          </p:cNvPr>
          <p:cNvSpPr/>
          <p:nvPr/>
        </p:nvSpPr>
        <p:spPr>
          <a:xfrm>
            <a:off x="8163349" y="7293755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26 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4B4A3EC-9E1E-B3ED-47ED-D7739057D714}"/>
              </a:ext>
            </a:extLst>
          </p:cNvPr>
          <p:cNvSpPr/>
          <p:nvPr/>
        </p:nvSpPr>
        <p:spPr>
          <a:xfrm>
            <a:off x="8863545" y="7302216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27 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A523252-7D13-8925-486C-F9E60EA5F567}"/>
              </a:ext>
            </a:extLst>
          </p:cNvPr>
          <p:cNvSpPr/>
          <p:nvPr/>
        </p:nvSpPr>
        <p:spPr>
          <a:xfrm>
            <a:off x="9973784" y="6346951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29 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1EFB00F-EBAC-5EEC-B7DC-9A090CE16116}"/>
              </a:ext>
            </a:extLst>
          </p:cNvPr>
          <p:cNvSpPr/>
          <p:nvPr/>
        </p:nvSpPr>
        <p:spPr>
          <a:xfrm>
            <a:off x="11425808" y="6507383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30 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74AA5C3-37CF-4E78-9996-784D208661C7}"/>
              </a:ext>
            </a:extLst>
          </p:cNvPr>
          <p:cNvSpPr/>
          <p:nvPr/>
        </p:nvSpPr>
        <p:spPr>
          <a:xfrm>
            <a:off x="9675282" y="6914137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28 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89D786C-4BDE-836F-80C4-6DDB3C088D35}"/>
              </a:ext>
            </a:extLst>
          </p:cNvPr>
          <p:cNvSpPr/>
          <p:nvPr/>
        </p:nvSpPr>
        <p:spPr>
          <a:xfrm>
            <a:off x="11497172" y="6888445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31 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9EFD3F4-49B8-ABF0-EE30-D18D0B18E1B5}"/>
              </a:ext>
            </a:extLst>
          </p:cNvPr>
          <p:cNvSpPr/>
          <p:nvPr/>
        </p:nvSpPr>
        <p:spPr>
          <a:xfrm>
            <a:off x="11401425" y="7173323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32 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807F7BC-8D19-9BB1-E762-032BE508AC06}"/>
              </a:ext>
            </a:extLst>
          </p:cNvPr>
          <p:cNvSpPr/>
          <p:nvPr/>
        </p:nvSpPr>
        <p:spPr>
          <a:xfrm>
            <a:off x="12167436" y="7261123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34 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60F25573-EF72-1FA8-C075-FFD9F9B0111B}"/>
              </a:ext>
            </a:extLst>
          </p:cNvPr>
          <p:cNvSpPr/>
          <p:nvPr/>
        </p:nvSpPr>
        <p:spPr>
          <a:xfrm>
            <a:off x="11713172" y="7293755"/>
            <a:ext cx="213270" cy="19113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33 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B2495C3B-A644-4C83-FDC3-645E4604368B}"/>
              </a:ext>
            </a:extLst>
          </p:cNvPr>
          <p:cNvSpPr/>
          <p:nvPr/>
        </p:nvSpPr>
        <p:spPr>
          <a:xfrm>
            <a:off x="12483197" y="6338487"/>
            <a:ext cx="165176" cy="22446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37 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78C542C6-34CC-CC5B-50E0-51DC74D7FD6B}"/>
              </a:ext>
            </a:extLst>
          </p:cNvPr>
          <p:cNvSpPr/>
          <p:nvPr/>
        </p:nvSpPr>
        <p:spPr>
          <a:xfrm>
            <a:off x="12648372" y="6847994"/>
            <a:ext cx="207041" cy="17725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36 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77E80FA6-FFB5-A345-178E-A1B2E9AA5FFC}"/>
              </a:ext>
            </a:extLst>
          </p:cNvPr>
          <p:cNvSpPr/>
          <p:nvPr/>
        </p:nvSpPr>
        <p:spPr>
          <a:xfrm>
            <a:off x="12648372" y="7225877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35 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5D6B3792-DFA3-EF15-7623-DF14DD1F4108}"/>
              </a:ext>
            </a:extLst>
          </p:cNvPr>
          <p:cNvSpPr/>
          <p:nvPr/>
        </p:nvSpPr>
        <p:spPr>
          <a:xfrm>
            <a:off x="11872385" y="4836954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39 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19B5CA33-8305-48C5-8EB3-0F4179BD8B7F}"/>
              </a:ext>
            </a:extLst>
          </p:cNvPr>
          <p:cNvSpPr/>
          <p:nvPr/>
        </p:nvSpPr>
        <p:spPr>
          <a:xfrm>
            <a:off x="12196385" y="5174375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38 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22B89DB-C5E2-47AD-45C1-1CCA61A71D99}"/>
              </a:ext>
            </a:extLst>
          </p:cNvPr>
          <p:cNvSpPr/>
          <p:nvPr/>
        </p:nvSpPr>
        <p:spPr>
          <a:xfrm>
            <a:off x="12166175" y="4392277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40 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EFBCD948-77C7-51F6-437D-FB2100B1CECE}"/>
              </a:ext>
            </a:extLst>
          </p:cNvPr>
          <p:cNvSpPr/>
          <p:nvPr/>
        </p:nvSpPr>
        <p:spPr>
          <a:xfrm>
            <a:off x="10038454" y="4829928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53 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06D4A386-44C2-44F7-ACC9-385C431C10FD}"/>
              </a:ext>
            </a:extLst>
          </p:cNvPr>
          <p:cNvSpPr/>
          <p:nvPr/>
        </p:nvSpPr>
        <p:spPr>
          <a:xfrm>
            <a:off x="10664796" y="1188780"/>
            <a:ext cx="216000" cy="16389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48 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EE832DC5-EB86-8E30-9546-3E03FF054DB9}"/>
              </a:ext>
            </a:extLst>
          </p:cNvPr>
          <p:cNvSpPr/>
          <p:nvPr/>
        </p:nvSpPr>
        <p:spPr>
          <a:xfrm>
            <a:off x="11980385" y="3196102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42 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FB4A4665-449D-0495-0365-394F94F218BE}"/>
              </a:ext>
            </a:extLst>
          </p:cNvPr>
          <p:cNvSpPr/>
          <p:nvPr/>
        </p:nvSpPr>
        <p:spPr>
          <a:xfrm>
            <a:off x="9849240" y="1145280"/>
            <a:ext cx="216000" cy="16389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47 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C1B9D6A8-5A49-DA24-AD62-8C24C8929B1F}"/>
              </a:ext>
            </a:extLst>
          </p:cNvPr>
          <p:cNvSpPr/>
          <p:nvPr/>
        </p:nvSpPr>
        <p:spPr>
          <a:xfrm>
            <a:off x="12059830" y="3778562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41 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E8E04EA4-4E2D-46EE-9CBE-06DFA3C23FFB}"/>
              </a:ext>
            </a:extLst>
          </p:cNvPr>
          <p:cNvSpPr/>
          <p:nvPr/>
        </p:nvSpPr>
        <p:spPr>
          <a:xfrm>
            <a:off x="11895082" y="2439359"/>
            <a:ext cx="188671" cy="23567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43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8D46C20-F000-9040-5399-5EE757330CDD}"/>
              </a:ext>
            </a:extLst>
          </p:cNvPr>
          <p:cNvSpPr/>
          <p:nvPr/>
        </p:nvSpPr>
        <p:spPr>
          <a:xfrm>
            <a:off x="8779060" y="1127036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A62047D-E085-F87B-CCE0-8ACF9F2D8450}"/>
              </a:ext>
            </a:extLst>
          </p:cNvPr>
          <p:cNvSpPr/>
          <p:nvPr/>
        </p:nvSpPr>
        <p:spPr>
          <a:xfrm>
            <a:off x="11097408" y="1683356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49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18B12A3-52AC-D91A-F9F4-1686DC4C231E}"/>
              </a:ext>
            </a:extLst>
          </p:cNvPr>
          <p:cNvSpPr/>
          <p:nvPr/>
        </p:nvSpPr>
        <p:spPr>
          <a:xfrm>
            <a:off x="9715739" y="4613928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54 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D68BC55D-2AD9-3408-10B8-354BA8124673}"/>
              </a:ext>
            </a:extLst>
          </p:cNvPr>
          <p:cNvSpPr/>
          <p:nvPr/>
        </p:nvSpPr>
        <p:spPr>
          <a:xfrm>
            <a:off x="10254454" y="5224797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52 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B11EA67A-C8E5-F478-DB9F-84ED0F37EF51}"/>
              </a:ext>
            </a:extLst>
          </p:cNvPr>
          <p:cNvSpPr/>
          <p:nvPr/>
        </p:nvSpPr>
        <p:spPr>
          <a:xfrm>
            <a:off x="10516083" y="4780087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51 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18095CCA-0345-5559-76D2-1D661494EDA8}"/>
              </a:ext>
            </a:extLst>
          </p:cNvPr>
          <p:cNvSpPr/>
          <p:nvPr/>
        </p:nvSpPr>
        <p:spPr>
          <a:xfrm>
            <a:off x="11043031" y="4644058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50 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9025735B-3375-3FF5-ED32-B7BE25E88B60}"/>
              </a:ext>
            </a:extLst>
          </p:cNvPr>
          <p:cNvSpPr/>
          <p:nvPr/>
        </p:nvSpPr>
        <p:spPr>
          <a:xfrm>
            <a:off x="9062426" y="4636328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56 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54220FE5-648E-6346-25B5-2208E228BD41}"/>
              </a:ext>
            </a:extLst>
          </p:cNvPr>
          <p:cNvSpPr/>
          <p:nvPr/>
        </p:nvSpPr>
        <p:spPr>
          <a:xfrm>
            <a:off x="8687776" y="4640699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57 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A153F2F8-C304-4E36-3D46-3BCA4F63C7B9}"/>
              </a:ext>
            </a:extLst>
          </p:cNvPr>
          <p:cNvSpPr/>
          <p:nvPr/>
        </p:nvSpPr>
        <p:spPr>
          <a:xfrm>
            <a:off x="9425100" y="4640699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55 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31B1F00C-B7E2-C291-1145-F924B3C9BA6E}"/>
              </a:ext>
            </a:extLst>
          </p:cNvPr>
          <p:cNvSpPr/>
          <p:nvPr/>
        </p:nvSpPr>
        <p:spPr>
          <a:xfrm>
            <a:off x="7449623" y="4640699"/>
            <a:ext cx="216000" cy="20561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59 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90AE5A46-86F6-0CAB-A6E2-11535451C27F}"/>
              </a:ext>
            </a:extLst>
          </p:cNvPr>
          <p:cNvSpPr/>
          <p:nvPr/>
        </p:nvSpPr>
        <p:spPr>
          <a:xfrm>
            <a:off x="8114454" y="4599603"/>
            <a:ext cx="216000" cy="20805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58 </a:t>
            </a:r>
          </a:p>
        </p:txBody>
      </p:sp>
      <p:graphicFrame>
        <p:nvGraphicFramePr>
          <p:cNvPr id="63" name="Tabla 62">
            <a:extLst>
              <a:ext uri="{FF2B5EF4-FFF2-40B4-BE49-F238E27FC236}">
                <a16:creationId xmlns:a16="http://schemas.microsoft.com/office/drawing/2014/main" id="{80F55D4E-479E-D028-22BA-33C3568C0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420296"/>
              </p:ext>
            </p:extLst>
          </p:nvPr>
        </p:nvGraphicFramePr>
        <p:xfrm>
          <a:off x="58151" y="1352679"/>
          <a:ext cx="1527586" cy="1754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793">
                  <a:extLst>
                    <a:ext uri="{9D8B030D-6E8A-4147-A177-3AD203B41FA5}">
                      <a16:colId xmlns:a16="http://schemas.microsoft.com/office/drawing/2014/main" val="3712119454"/>
                    </a:ext>
                  </a:extLst>
                </a:gridCol>
                <a:gridCol w="763793">
                  <a:extLst>
                    <a:ext uri="{9D8B030D-6E8A-4147-A177-3AD203B41FA5}">
                      <a16:colId xmlns:a16="http://schemas.microsoft.com/office/drawing/2014/main" val="44891094"/>
                    </a:ext>
                  </a:extLst>
                </a:gridCol>
              </a:tblGrid>
              <a:tr h="630937">
                <a:tc gridSpan="2">
                  <a:txBody>
                    <a:bodyPr/>
                    <a:lstStyle/>
                    <a:p>
                      <a:pPr algn="ctr"/>
                      <a:r>
                        <a:rPr lang="es-MX" sz="2000" dirty="0"/>
                        <a:t>EDC QUÍMICAS</a:t>
                      </a:r>
                    </a:p>
                  </a:txBody>
                  <a:tcPr marL="99905" marR="99905" marT="49953" marB="49953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453304"/>
                  </a:ext>
                </a:extLst>
              </a:tr>
              <a:tr h="405172">
                <a:tc>
                  <a:txBody>
                    <a:bodyPr/>
                    <a:lstStyle/>
                    <a:p>
                      <a:endParaRPr lang="es-MX" sz="2000" dirty="0"/>
                    </a:p>
                  </a:txBody>
                  <a:tcPr marL="99905" marR="99905" marT="49953" marB="49953"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59</a:t>
                      </a:r>
                    </a:p>
                    <a:p>
                      <a:r>
                        <a:rPr lang="es-MX" sz="2000" dirty="0"/>
                        <a:t> </a:t>
                      </a:r>
                      <a:r>
                        <a:rPr lang="es-MX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estación temporal</a:t>
                      </a:r>
                    </a:p>
                  </a:txBody>
                  <a:tcPr marL="99905" marR="99905" marT="49953" marB="49953"/>
                </a:tc>
                <a:extLst>
                  <a:ext uri="{0D108BD9-81ED-4DB2-BD59-A6C34878D82A}">
                    <a16:rowId xmlns:a16="http://schemas.microsoft.com/office/drawing/2014/main" val="1646938606"/>
                  </a:ext>
                </a:extLst>
              </a:tr>
            </a:tbl>
          </a:graphicData>
        </a:graphic>
      </p:graphicFrame>
      <p:sp>
        <p:nvSpPr>
          <p:cNvPr id="64" name="Rectángulo 63">
            <a:extLst>
              <a:ext uri="{FF2B5EF4-FFF2-40B4-BE49-F238E27FC236}">
                <a16:creationId xmlns:a16="http://schemas.microsoft.com/office/drawing/2014/main" id="{1217C8B8-5464-7DF0-3834-2116C5B304FC}"/>
              </a:ext>
            </a:extLst>
          </p:cNvPr>
          <p:cNvSpPr/>
          <p:nvPr/>
        </p:nvSpPr>
        <p:spPr>
          <a:xfrm>
            <a:off x="301684" y="2147656"/>
            <a:ext cx="235997" cy="23599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 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043AF036-7702-F8FC-5FC7-0E1D2687D483}"/>
              </a:ext>
            </a:extLst>
          </p:cNvPr>
          <p:cNvSpPr txBox="1"/>
          <p:nvPr/>
        </p:nvSpPr>
        <p:spPr>
          <a:xfrm>
            <a:off x="222012" y="3972866"/>
            <a:ext cx="2078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/>
              <a:t>ELABORA: </a:t>
            </a:r>
          </a:p>
          <a:p>
            <a:r>
              <a:rPr lang="es-MX" sz="800" dirty="0"/>
              <a:t>FERNANDO ALTAIR SOMERA LOPEZ</a:t>
            </a:r>
          </a:p>
          <a:p>
            <a:r>
              <a:rPr lang="es-MX" sz="800" dirty="0"/>
              <a:t>ACTUALIZACIÓN: CRISTIAN JIMENEZ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986CDBAA-FF91-AC8F-ED03-F8866B07930A}"/>
              </a:ext>
            </a:extLst>
          </p:cNvPr>
          <p:cNvSpPr txBox="1"/>
          <p:nvPr/>
        </p:nvSpPr>
        <p:spPr>
          <a:xfrm>
            <a:off x="180875" y="5684886"/>
            <a:ext cx="2078125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74" dirty="0"/>
              <a:t>AUTORIZA:</a:t>
            </a:r>
          </a:p>
          <a:p>
            <a:r>
              <a:rPr lang="es-MX" sz="874" dirty="0"/>
              <a:t>FABIOLA MARTÍNEZ SEGURA</a:t>
            </a:r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9B1E2BD6-7E1D-88F9-8A5D-B79914E6F30D}"/>
              </a:ext>
            </a:extLst>
          </p:cNvPr>
          <p:cNvCxnSpPr/>
          <p:nvPr/>
        </p:nvCxnSpPr>
        <p:spPr>
          <a:xfrm>
            <a:off x="222012" y="3972866"/>
            <a:ext cx="18778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4AF1B975-0837-BECA-62F5-C1C53606203A}"/>
              </a:ext>
            </a:extLst>
          </p:cNvPr>
          <p:cNvCxnSpPr/>
          <p:nvPr/>
        </p:nvCxnSpPr>
        <p:spPr>
          <a:xfrm>
            <a:off x="222011" y="5684885"/>
            <a:ext cx="18778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CuadroTexto 71">
            <a:extLst>
              <a:ext uri="{FF2B5EF4-FFF2-40B4-BE49-F238E27FC236}">
                <a16:creationId xmlns:a16="http://schemas.microsoft.com/office/drawing/2014/main" id="{0F3345C7-CE3E-9110-6E37-21EF10882141}"/>
              </a:ext>
            </a:extLst>
          </p:cNvPr>
          <p:cNvSpPr txBox="1"/>
          <p:nvPr/>
        </p:nvSpPr>
        <p:spPr>
          <a:xfrm>
            <a:off x="222011" y="6638749"/>
            <a:ext cx="2845471" cy="764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74" dirty="0"/>
              <a:t>FECHA DE ELABORACIÓN: DICIEMBRE 2024</a:t>
            </a:r>
          </a:p>
          <a:p>
            <a:r>
              <a:rPr lang="es-MX" sz="874" dirty="0"/>
              <a:t>ACTUALIZACION :  22 ABRIL 2025</a:t>
            </a:r>
          </a:p>
          <a:p>
            <a:r>
              <a:rPr lang="es-MX" sz="874" dirty="0"/>
              <a:t>26 JUNIO 2025</a:t>
            </a:r>
          </a:p>
          <a:p>
            <a:r>
              <a:rPr lang="es-MX" sz="874" dirty="0"/>
              <a:t>ENERO 2026</a:t>
            </a:r>
          </a:p>
          <a:p>
            <a:r>
              <a:rPr lang="es-MX" sz="874" dirty="0"/>
              <a:t>FEBRERO 2026</a:t>
            </a:r>
          </a:p>
        </p:txBody>
      </p:sp>
      <p:pic>
        <p:nvPicPr>
          <p:cNvPr id="74" name="Imagen 73" descr="Texto&#10;&#10;Descripción generada automáticamente con confianza media">
            <a:extLst>
              <a:ext uri="{FF2B5EF4-FFF2-40B4-BE49-F238E27FC236}">
                <a16:creationId xmlns:a16="http://schemas.microsoft.com/office/drawing/2014/main" id="{0F61B336-90E2-A75D-F3D1-EBEE191A4F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8807" y="345319"/>
            <a:ext cx="992263" cy="601528"/>
          </a:xfrm>
          <a:prstGeom prst="rect">
            <a:avLst/>
          </a:prstGeom>
        </p:spPr>
      </p:pic>
      <p:pic>
        <p:nvPicPr>
          <p:cNvPr id="76" name="Imagen 75" descr="Imagen que contiene alimentos, sostener, firmar, dibujo&#10;&#10;Descripción generada automáticamente">
            <a:extLst>
              <a:ext uri="{FF2B5EF4-FFF2-40B4-BE49-F238E27FC236}">
                <a16:creationId xmlns:a16="http://schemas.microsoft.com/office/drawing/2014/main" id="{C2342E87-C8D9-9C63-C4E4-98DE86D948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11" y="11669"/>
            <a:ext cx="1268828" cy="1268828"/>
          </a:xfrm>
          <a:prstGeom prst="rect">
            <a:avLst/>
          </a:prstGeom>
        </p:spPr>
      </p:pic>
      <p:sp>
        <p:nvSpPr>
          <p:cNvPr id="67" name="Rectángulo 66">
            <a:extLst>
              <a:ext uri="{FF2B5EF4-FFF2-40B4-BE49-F238E27FC236}">
                <a16:creationId xmlns:a16="http://schemas.microsoft.com/office/drawing/2014/main" id="{99EBF6AC-906D-CCC5-1755-CEDB2F581A12}"/>
              </a:ext>
            </a:extLst>
          </p:cNvPr>
          <p:cNvSpPr/>
          <p:nvPr/>
        </p:nvSpPr>
        <p:spPr>
          <a:xfrm>
            <a:off x="3779045" y="4672087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8 </a:t>
            </a: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0213E4FC-E288-5D9D-D82A-03938B27E072}"/>
              </a:ext>
            </a:extLst>
          </p:cNvPr>
          <p:cNvSpPr/>
          <p:nvPr/>
        </p:nvSpPr>
        <p:spPr>
          <a:xfrm>
            <a:off x="3421444" y="4524699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10 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36158795-0B23-203D-369C-5E3AF74B9397}"/>
              </a:ext>
            </a:extLst>
          </p:cNvPr>
          <p:cNvSpPr/>
          <p:nvPr/>
        </p:nvSpPr>
        <p:spPr>
          <a:xfrm>
            <a:off x="3255021" y="4630312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12 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12C5B60A-DEEE-047E-5D9A-A259D52BB63E}"/>
              </a:ext>
            </a:extLst>
          </p:cNvPr>
          <p:cNvSpPr/>
          <p:nvPr/>
        </p:nvSpPr>
        <p:spPr>
          <a:xfrm>
            <a:off x="2880274" y="4564087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13 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F27F3BC1-8BEB-4B96-890A-5F9AC7200144}"/>
              </a:ext>
            </a:extLst>
          </p:cNvPr>
          <p:cNvSpPr/>
          <p:nvPr/>
        </p:nvSpPr>
        <p:spPr>
          <a:xfrm>
            <a:off x="3331831" y="5027749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11</a:t>
            </a: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AA3839ED-E4DB-404C-B5A4-3C4C255301F1}"/>
              </a:ext>
            </a:extLst>
          </p:cNvPr>
          <p:cNvSpPr/>
          <p:nvPr/>
        </p:nvSpPr>
        <p:spPr>
          <a:xfrm>
            <a:off x="4212244" y="4620954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7 </a:t>
            </a:r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1C6E0473-6F8E-44BB-8AFF-CA9BF7A4D31C}"/>
              </a:ext>
            </a:extLst>
          </p:cNvPr>
          <p:cNvSpPr/>
          <p:nvPr/>
        </p:nvSpPr>
        <p:spPr>
          <a:xfrm>
            <a:off x="3854485" y="4958375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9</a:t>
            </a:r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E522B42A-9F7D-4F64-8C0F-FD17B7DF9926}"/>
              </a:ext>
            </a:extLst>
          </p:cNvPr>
          <p:cNvSpPr/>
          <p:nvPr/>
        </p:nvSpPr>
        <p:spPr>
          <a:xfrm>
            <a:off x="2870325" y="6060978"/>
            <a:ext cx="165176" cy="346101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108162A3-3B4A-40FC-94D4-110FC276E82A}"/>
              </a:ext>
            </a:extLst>
          </p:cNvPr>
          <p:cNvSpPr/>
          <p:nvPr/>
        </p:nvSpPr>
        <p:spPr>
          <a:xfrm>
            <a:off x="3070073" y="7270416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dirty="0"/>
              <a:t>19</a:t>
            </a:r>
            <a:endParaRPr lang="es-MX" sz="874" dirty="0"/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056B2EC4-62AF-467C-B545-7E45C6EAFA4D}"/>
              </a:ext>
            </a:extLst>
          </p:cNvPr>
          <p:cNvSpPr/>
          <p:nvPr/>
        </p:nvSpPr>
        <p:spPr>
          <a:xfrm>
            <a:off x="2746073" y="6896816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dirty="0"/>
              <a:t>18</a:t>
            </a:r>
            <a:endParaRPr lang="es-MX" sz="874" dirty="0"/>
          </a:p>
        </p:txBody>
      </p:sp>
      <p:sp>
        <p:nvSpPr>
          <p:cNvPr id="90" name="Rectángulo 89">
            <a:extLst>
              <a:ext uri="{FF2B5EF4-FFF2-40B4-BE49-F238E27FC236}">
                <a16:creationId xmlns:a16="http://schemas.microsoft.com/office/drawing/2014/main" id="{6EAEF3D5-C281-40F7-AD15-5B0D5FCFFD33}"/>
              </a:ext>
            </a:extLst>
          </p:cNvPr>
          <p:cNvSpPr/>
          <p:nvPr/>
        </p:nvSpPr>
        <p:spPr>
          <a:xfrm>
            <a:off x="11734976" y="1188735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45</a:t>
            </a:r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126A8140-8924-43A6-B12A-317C4584D196}"/>
              </a:ext>
            </a:extLst>
          </p:cNvPr>
          <p:cNvSpPr/>
          <p:nvPr/>
        </p:nvSpPr>
        <p:spPr>
          <a:xfrm>
            <a:off x="11764385" y="1566538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44</a:t>
            </a:r>
          </a:p>
        </p:txBody>
      </p:sp>
      <p:sp>
        <p:nvSpPr>
          <p:cNvPr id="78" name="Marcador de pie de página 77">
            <a:extLst>
              <a:ext uri="{FF2B5EF4-FFF2-40B4-BE49-F238E27FC236}">
                <a16:creationId xmlns:a16="http://schemas.microsoft.com/office/drawing/2014/main" id="{AC66DAEE-66AB-4E2D-AE2E-7BA3D7A57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Pagina 1 de 3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53883B4A-A608-4D65-953B-D5E0AEFC281A}"/>
              </a:ext>
            </a:extLst>
          </p:cNvPr>
          <p:cNvSpPr/>
          <p:nvPr/>
        </p:nvSpPr>
        <p:spPr>
          <a:xfrm>
            <a:off x="4126634" y="7261123"/>
            <a:ext cx="216000" cy="21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1-A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C05C275-F798-42A7-B836-E1DA08D2BEE2}"/>
              </a:ext>
            </a:extLst>
          </p:cNvPr>
          <p:cNvSpPr txBox="1"/>
          <p:nvPr/>
        </p:nvSpPr>
        <p:spPr>
          <a:xfrm>
            <a:off x="3734208" y="320197"/>
            <a:ext cx="5429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 OUT DE EDC QUIMICAS 2026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51DE53AA-474A-45E0-A779-7BB529FDC210}"/>
              </a:ext>
            </a:extLst>
          </p:cNvPr>
          <p:cNvSpPr/>
          <p:nvPr/>
        </p:nvSpPr>
        <p:spPr>
          <a:xfrm>
            <a:off x="301684" y="2748810"/>
            <a:ext cx="235997" cy="23599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 1-A</a:t>
            </a:r>
          </a:p>
        </p:txBody>
      </p:sp>
    </p:spTree>
    <p:extLst>
      <p:ext uri="{BB962C8B-B14F-4D97-AF65-F5344CB8AC3E}">
        <p14:creationId xmlns:p14="http://schemas.microsoft.com/office/powerpoint/2010/main" val="3230841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C2646-66B2-0039-E796-9A35330BD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, Esquemático&#10;&#10;Descripción generada automáticamente">
            <a:extLst>
              <a:ext uri="{FF2B5EF4-FFF2-40B4-BE49-F238E27FC236}">
                <a16:creationId xmlns:a16="http://schemas.microsoft.com/office/drawing/2014/main" id="{EFFE87DF-8312-93BC-8C7E-527BFBAE74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00" t="11682" r="16854" b="47106"/>
          <a:stretch/>
        </p:blipFill>
        <p:spPr>
          <a:xfrm>
            <a:off x="1096318" y="1392822"/>
            <a:ext cx="11766369" cy="6213894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F2B722F4-B667-A172-F894-B27D911039AF}"/>
              </a:ext>
            </a:extLst>
          </p:cNvPr>
          <p:cNvSpPr/>
          <p:nvPr/>
        </p:nvSpPr>
        <p:spPr>
          <a:xfrm>
            <a:off x="3486934" y="6324293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967BCC0-562F-734F-2CD3-ACF83E814C32}"/>
              </a:ext>
            </a:extLst>
          </p:cNvPr>
          <p:cNvSpPr/>
          <p:nvPr/>
        </p:nvSpPr>
        <p:spPr>
          <a:xfrm>
            <a:off x="3398741" y="6644898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8050E2-36CC-ABCE-CB98-41A8E1E43911}"/>
              </a:ext>
            </a:extLst>
          </p:cNvPr>
          <p:cNvSpPr/>
          <p:nvPr/>
        </p:nvSpPr>
        <p:spPr>
          <a:xfrm>
            <a:off x="3516739" y="6965504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AC2D764-5CC7-5913-03C9-976D9239F8C0}"/>
              </a:ext>
            </a:extLst>
          </p:cNvPr>
          <p:cNvSpPr/>
          <p:nvPr/>
        </p:nvSpPr>
        <p:spPr>
          <a:xfrm>
            <a:off x="3427935" y="7215837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B30BE1F4-6852-01D1-F87F-6BE9EDE312A5}"/>
              </a:ext>
            </a:extLst>
          </p:cNvPr>
          <p:cNvSpPr/>
          <p:nvPr/>
        </p:nvSpPr>
        <p:spPr>
          <a:xfrm>
            <a:off x="2475338" y="5147630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80989679-3A33-5874-9BBC-25D94C8BF647}"/>
              </a:ext>
            </a:extLst>
          </p:cNvPr>
          <p:cNvSpPr/>
          <p:nvPr/>
        </p:nvSpPr>
        <p:spPr>
          <a:xfrm>
            <a:off x="2475338" y="5869169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6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AB97F4A5-08C9-C819-0E0E-891D7DAEBE4F}"/>
              </a:ext>
            </a:extLst>
          </p:cNvPr>
          <p:cNvSpPr/>
          <p:nvPr/>
        </p:nvSpPr>
        <p:spPr>
          <a:xfrm>
            <a:off x="3314009" y="7468558"/>
            <a:ext cx="84732" cy="13429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8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D4136561-C1C2-4D50-F26A-A7591C5DBA8E}"/>
              </a:ext>
            </a:extLst>
          </p:cNvPr>
          <p:cNvSpPr/>
          <p:nvPr/>
        </p:nvSpPr>
        <p:spPr>
          <a:xfrm>
            <a:off x="2797255" y="6287495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7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F5CF095F-6440-0C17-FF1D-914985FEDCE0}"/>
              </a:ext>
            </a:extLst>
          </p:cNvPr>
          <p:cNvSpPr/>
          <p:nvPr/>
        </p:nvSpPr>
        <p:spPr>
          <a:xfrm>
            <a:off x="3128940" y="7409559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9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1D04239F-4A6E-3FCD-5244-609FE18D0D77}"/>
              </a:ext>
            </a:extLst>
          </p:cNvPr>
          <p:cNvSpPr/>
          <p:nvPr/>
        </p:nvSpPr>
        <p:spPr>
          <a:xfrm>
            <a:off x="2856254" y="7413591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10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A669BFFC-F1FA-D71E-DE87-2FD274B90698}"/>
              </a:ext>
            </a:extLst>
          </p:cNvPr>
          <p:cNvSpPr/>
          <p:nvPr/>
        </p:nvSpPr>
        <p:spPr>
          <a:xfrm>
            <a:off x="2442036" y="7413591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11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530E09FA-EE7E-81E4-3258-81502140F10C}"/>
              </a:ext>
            </a:extLst>
          </p:cNvPr>
          <p:cNvSpPr/>
          <p:nvPr/>
        </p:nvSpPr>
        <p:spPr>
          <a:xfrm>
            <a:off x="2074886" y="7413591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12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1119901A-0A1A-1F85-A768-802E30805BAA}"/>
              </a:ext>
            </a:extLst>
          </p:cNvPr>
          <p:cNvSpPr/>
          <p:nvPr/>
        </p:nvSpPr>
        <p:spPr>
          <a:xfrm>
            <a:off x="1433275" y="3088470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17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A6E2F28F-BAAB-0924-9BC3-EDEE751D4E00}"/>
              </a:ext>
            </a:extLst>
          </p:cNvPr>
          <p:cNvSpPr/>
          <p:nvPr/>
        </p:nvSpPr>
        <p:spPr>
          <a:xfrm>
            <a:off x="1492274" y="3577727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16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E4B3F535-A147-F618-1167-AC48F46F8426}"/>
              </a:ext>
            </a:extLst>
          </p:cNvPr>
          <p:cNvSpPr/>
          <p:nvPr/>
        </p:nvSpPr>
        <p:spPr>
          <a:xfrm>
            <a:off x="1551273" y="4227942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15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E72E68DD-C46A-7A85-9180-8B45338739C0}"/>
              </a:ext>
            </a:extLst>
          </p:cNvPr>
          <p:cNvSpPr/>
          <p:nvPr/>
        </p:nvSpPr>
        <p:spPr>
          <a:xfrm>
            <a:off x="1785828" y="6169497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13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A823227-6298-CFDD-813E-FD3D6E21BABD}"/>
              </a:ext>
            </a:extLst>
          </p:cNvPr>
          <p:cNvSpPr/>
          <p:nvPr/>
        </p:nvSpPr>
        <p:spPr>
          <a:xfrm>
            <a:off x="1661449" y="4946551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14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04BF86E6-D5FC-EAC9-B073-90D9FFC4796D}"/>
              </a:ext>
            </a:extLst>
          </p:cNvPr>
          <p:cNvSpPr/>
          <p:nvPr/>
        </p:nvSpPr>
        <p:spPr>
          <a:xfrm>
            <a:off x="2475338" y="3299381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20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D98BD5ED-BD8C-6DD4-CC70-FB633218B92C}"/>
              </a:ext>
            </a:extLst>
          </p:cNvPr>
          <p:cNvSpPr/>
          <p:nvPr/>
        </p:nvSpPr>
        <p:spPr>
          <a:xfrm>
            <a:off x="2324037" y="3088470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19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78E50A11-BD8E-4718-B9E3-22B0BCCEE529}"/>
              </a:ext>
            </a:extLst>
          </p:cNvPr>
          <p:cNvSpPr/>
          <p:nvPr/>
        </p:nvSpPr>
        <p:spPr>
          <a:xfrm>
            <a:off x="1893780" y="3088470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18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C64EB88E-D47B-EDAA-55B7-DAB48C1D0CF3}"/>
              </a:ext>
            </a:extLst>
          </p:cNvPr>
          <p:cNvSpPr/>
          <p:nvPr/>
        </p:nvSpPr>
        <p:spPr>
          <a:xfrm>
            <a:off x="2475338" y="3662207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21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9E3C1E40-43F7-9A65-C849-9304193FA98A}"/>
              </a:ext>
            </a:extLst>
          </p:cNvPr>
          <p:cNvSpPr/>
          <p:nvPr/>
        </p:nvSpPr>
        <p:spPr>
          <a:xfrm>
            <a:off x="11451655" y="2572068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22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8B29971D-81BF-97FC-C1D3-1C08A48EC389}"/>
              </a:ext>
            </a:extLst>
          </p:cNvPr>
          <p:cNvSpPr/>
          <p:nvPr/>
        </p:nvSpPr>
        <p:spPr>
          <a:xfrm>
            <a:off x="11440488" y="1641572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23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C624549A-0D29-5AD4-195C-296059EA6E0E}"/>
              </a:ext>
            </a:extLst>
          </p:cNvPr>
          <p:cNvSpPr/>
          <p:nvPr/>
        </p:nvSpPr>
        <p:spPr>
          <a:xfrm>
            <a:off x="12242910" y="1503179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24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1F91A3F1-6D2B-2F04-AB2A-2B0C6FE82D26}"/>
              </a:ext>
            </a:extLst>
          </p:cNvPr>
          <p:cNvSpPr/>
          <p:nvPr/>
        </p:nvSpPr>
        <p:spPr>
          <a:xfrm>
            <a:off x="12275113" y="1969755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25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20959A64-0675-724D-FCA6-39DB8F8C33C9}"/>
              </a:ext>
            </a:extLst>
          </p:cNvPr>
          <p:cNvSpPr/>
          <p:nvPr/>
        </p:nvSpPr>
        <p:spPr>
          <a:xfrm>
            <a:off x="12275113" y="2515639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26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A7D4AA49-3AE2-AE6B-3EAA-7DCBFEDF79F5}"/>
              </a:ext>
            </a:extLst>
          </p:cNvPr>
          <p:cNvSpPr/>
          <p:nvPr/>
        </p:nvSpPr>
        <p:spPr>
          <a:xfrm>
            <a:off x="12281587" y="3360029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27</a:t>
            </a: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7243D56F-42D3-9393-7314-6D077568E538}"/>
              </a:ext>
            </a:extLst>
          </p:cNvPr>
          <p:cNvSpPr/>
          <p:nvPr/>
        </p:nvSpPr>
        <p:spPr>
          <a:xfrm>
            <a:off x="12301909" y="4136225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28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7A4D972B-8B6B-BB94-EE96-DDFC999299D2}"/>
              </a:ext>
            </a:extLst>
          </p:cNvPr>
          <p:cNvSpPr/>
          <p:nvPr/>
        </p:nvSpPr>
        <p:spPr>
          <a:xfrm>
            <a:off x="12301909" y="5088631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29</a:t>
            </a: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AC3D906F-B272-BAF5-707B-381DA1657E18}"/>
              </a:ext>
            </a:extLst>
          </p:cNvPr>
          <p:cNvSpPr/>
          <p:nvPr/>
        </p:nvSpPr>
        <p:spPr>
          <a:xfrm>
            <a:off x="12301909" y="6110497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30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7449882E-159B-4A45-2A0C-C2A419802BC7}"/>
              </a:ext>
            </a:extLst>
          </p:cNvPr>
          <p:cNvSpPr/>
          <p:nvPr/>
        </p:nvSpPr>
        <p:spPr>
          <a:xfrm>
            <a:off x="11828637" y="7200517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32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6355EF34-1C12-71E3-3C14-786F152DB700}"/>
              </a:ext>
            </a:extLst>
          </p:cNvPr>
          <p:cNvSpPr/>
          <p:nvPr/>
        </p:nvSpPr>
        <p:spPr>
          <a:xfrm>
            <a:off x="11975829" y="7197612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31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234C368B-C303-5676-E4C3-FBF50E88D9F8}"/>
              </a:ext>
            </a:extLst>
          </p:cNvPr>
          <p:cNvSpPr/>
          <p:nvPr/>
        </p:nvSpPr>
        <p:spPr>
          <a:xfrm>
            <a:off x="11656687" y="7138612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34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34E3AA1F-A952-8120-F2C5-224025B773C7}"/>
              </a:ext>
            </a:extLst>
          </p:cNvPr>
          <p:cNvSpPr/>
          <p:nvPr/>
        </p:nvSpPr>
        <p:spPr>
          <a:xfrm>
            <a:off x="11650241" y="6703897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33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D10AB010-D81C-972F-9BA0-B8DC4C4A7651}"/>
              </a:ext>
            </a:extLst>
          </p:cNvPr>
          <p:cNvSpPr/>
          <p:nvPr/>
        </p:nvSpPr>
        <p:spPr>
          <a:xfrm>
            <a:off x="11656687" y="7413591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35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A9540C95-2932-52EB-AFDB-D18F4C61970C}"/>
              </a:ext>
            </a:extLst>
          </p:cNvPr>
          <p:cNvSpPr/>
          <p:nvPr/>
        </p:nvSpPr>
        <p:spPr>
          <a:xfrm>
            <a:off x="11521425" y="7409021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36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4D23C2BC-839B-A2B7-FAFD-54FADAD14EA2}"/>
              </a:ext>
            </a:extLst>
          </p:cNvPr>
          <p:cNvSpPr/>
          <p:nvPr/>
        </p:nvSpPr>
        <p:spPr>
          <a:xfrm>
            <a:off x="11442104" y="5819958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38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FF12422B-F270-2D40-D2BE-E40ABD59B121}"/>
              </a:ext>
            </a:extLst>
          </p:cNvPr>
          <p:cNvSpPr/>
          <p:nvPr/>
        </p:nvSpPr>
        <p:spPr>
          <a:xfrm>
            <a:off x="11440488" y="6861858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37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32F8F578-8FD5-2496-1EB5-D9FCD48D7FD3}"/>
              </a:ext>
            </a:extLst>
          </p:cNvPr>
          <p:cNvSpPr/>
          <p:nvPr/>
        </p:nvSpPr>
        <p:spPr>
          <a:xfrm>
            <a:off x="11440488" y="3236573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42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EBB5F326-0871-CF39-90D3-D4FEF3611136}"/>
              </a:ext>
            </a:extLst>
          </p:cNvPr>
          <p:cNvSpPr/>
          <p:nvPr/>
        </p:nvSpPr>
        <p:spPr>
          <a:xfrm>
            <a:off x="11440488" y="3893607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41</a:t>
            </a: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B6A53728-656E-D592-488A-28A3EBB9994D}"/>
              </a:ext>
            </a:extLst>
          </p:cNvPr>
          <p:cNvSpPr/>
          <p:nvPr/>
        </p:nvSpPr>
        <p:spPr>
          <a:xfrm>
            <a:off x="11462426" y="4322772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40</a:t>
            </a:r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6CDA170E-91DA-2D99-A107-1991126C257B}"/>
              </a:ext>
            </a:extLst>
          </p:cNvPr>
          <p:cNvSpPr/>
          <p:nvPr/>
        </p:nvSpPr>
        <p:spPr>
          <a:xfrm>
            <a:off x="11442104" y="5088631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39</a:t>
            </a:r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6EE2B88D-FAFA-D4C4-D019-F46C4D4FEBB2}"/>
              </a:ext>
            </a:extLst>
          </p:cNvPr>
          <p:cNvSpPr/>
          <p:nvPr/>
        </p:nvSpPr>
        <p:spPr>
          <a:xfrm>
            <a:off x="10950641" y="2283677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60</a:t>
            </a:r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FE4C83B3-5FAF-8A2E-D072-37989F2CFA36}"/>
              </a:ext>
            </a:extLst>
          </p:cNvPr>
          <p:cNvSpPr/>
          <p:nvPr/>
        </p:nvSpPr>
        <p:spPr>
          <a:xfrm>
            <a:off x="10121593" y="4000325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56</a:t>
            </a:r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B0C17D7F-6AAA-1683-B1AF-9182D727C5C8}"/>
              </a:ext>
            </a:extLst>
          </p:cNvPr>
          <p:cNvSpPr/>
          <p:nvPr/>
        </p:nvSpPr>
        <p:spPr>
          <a:xfrm>
            <a:off x="10492741" y="4198081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55</a:t>
            </a:r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00417D48-F8F2-EE36-31B1-71D7F601A759}"/>
              </a:ext>
            </a:extLst>
          </p:cNvPr>
          <p:cNvSpPr/>
          <p:nvPr/>
        </p:nvSpPr>
        <p:spPr>
          <a:xfrm>
            <a:off x="10121593" y="5891350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54</a:t>
            </a:r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BAF95CD8-B583-7517-62D5-BA75CC1276F2}"/>
              </a:ext>
            </a:extLst>
          </p:cNvPr>
          <p:cNvSpPr/>
          <p:nvPr/>
        </p:nvSpPr>
        <p:spPr>
          <a:xfrm>
            <a:off x="9715782" y="6291438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53</a:t>
            </a:r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05386DEB-4D13-CB59-E811-ECC3E860587F}"/>
              </a:ext>
            </a:extLst>
          </p:cNvPr>
          <p:cNvSpPr/>
          <p:nvPr/>
        </p:nvSpPr>
        <p:spPr>
          <a:xfrm>
            <a:off x="9534057" y="7253647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52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F4138DD0-7945-E987-B620-8F9B66E41076}"/>
              </a:ext>
            </a:extLst>
          </p:cNvPr>
          <p:cNvSpPr/>
          <p:nvPr/>
        </p:nvSpPr>
        <p:spPr>
          <a:xfrm>
            <a:off x="9534057" y="7468020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51</a:t>
            </a:r>
          </a:p>
        </p:txBody>
      </p:sp>
      <p:sp>
        <p:nvSpPr>
          <p:cNvPr id="90" name="Rectángulo 89">
            <a:extLst>
              <a:ext uri="{FF2B5EF4-FFF2-40B4-BE49-F238E27FC236}">
                <a16:creationId xmlns:a16="http://schemas.microsoft.com/office/drawing/2014/main" id="{97EE884B-AEF3-A82D-7E8B-66EA56D21721}"/>
              </a:ext>
            </a:extLst>
          </p:cNvPr>
          <p:cNvSpPr/>
          <p:nvPr/>
        </p:nvSpPr>
        <p:spPr>
          <a:xfrm>
            <a:off x="11291984" y="7174689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49</a:t>
            </a:r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F88F2325-04F4-AB86-5626-D5295A502F8A}"/>
              </a:ext>
            </a:extLst>
          </p:cNvPr>
          <p:cNvSpPr/>
          <p:nvPr/>
        </p:nvSpPr>
        <p:spPr>
          <a:xfrm>
            <a:off x="11291984" y="6551525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48</a:t>
            </a:r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C2FD9239-E08E-1E77-BAA1-2BC58DB4EBC8}"/>
              </a:ext>
            </a:extLst>
          </p:cNvPr>
          <p:cNvSpPr/>
          <p:nvPr/>
        </p:nvSpPr>
        <p:spPr>
          <a:xfrm>
            <a:off x="11291984" y="5878957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47</a:t>
            </a:r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D491E9B2-5514-9A3F-A08D-CC911B40E04C}"/>
              </a:ext>
            </a:extLst>
          </p:cNvPr>
          <p:cNvSpPr/>
          <p:nvPr/>
        </p:nvSpPr>
        <p:spPr>
          <a:xfrm>
            <a:off x="10681058" y="7409559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50</a:t>
            </a:r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8710C873-0B61-0554-B3AF-913A0E9AA541}"/>
              </a:ext>
            </a:extLst>
          </p:cNvPr>
          <p:cNvSpPr/>
          <p:nvPr/>
        </p:nvSpPr>
        <p:spPr>
          <a:xfrm>
            <a:off x="11291984" y="5283021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46</a:t>
            </a: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2572DE8E-A83F-22D9-28B0-53B88A3FF117}"/>
              </a:ext>
            </a:extLst>
          </p:cNvPr>
          <p:cNvSpPr/>
          <p:nvPr/>
        </p:nvSpPr>
        <p:spPr>
          <a:xfrm>
            <a:off x="11291984" y="4484561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45</a:t>
            </a:r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98D3C293-41B2-2CBA-3EB8-480D840EBB62}"/>
              </a:ext>
            </a:extLst>
          </p:cNvPr>
          <p:cNvSpPr/>
          <p:nvPr/>
        </p:nvSpPr>
        <p:spPr>
          <a:xfrm>
            <a:off x="11291984" y="3579564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44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4222D294-A78E-111D-B493-FB39326C2C50}"/>
              </a:ext>
            </a:extLst>
          </p:cNvPr>
          <p:cNvSpPr/>
          <p:nvPr/>
        </p:nvSpPr>
        <p:spPr>
          <a:xfrm>
            <a:off x="11291984" y="2774878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43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1357CD3E-5269-CAAB-2B46-DBE8B220F095}"/>
              </a:ext>
            </a:extLst>
          </p:cNvPr>
          <p:cNvSpPr/>
          <p:nvPr/>
        </p:nvSpPr>
        <p:spPr>
          <a:xfrm>
            <a:off x="10196412" y="2288058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59</a:t>
            </a:r>
          </a:p>
        </p:txBody>
      </p:sp>
      <p:sp>
        <p:nvSpPr>
          <p:cNvPr id="99" name="Rectángulo 98">
            <a:extLst>
              <a:ext uri="{FF2B5EF4-FFF2-40B4-BE49-F238E27FC236}">
                <a16:creationId xmlns:a16="http://schemas.microsoft.com/office/drawing/2014/main" id="{9E82C17E-A3BC-760D-8652-BBEA38542218}"/>
              </a:ext>
            </a:extLst>
          </p:cNvPr>
          <p:cNvSpPr/>
          <p:nvPr/>
        </p:nvSpPr>
        <p:spPr>
          <a:xfrm>
            <a:off x="10121593" y="2771655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58</a:t>
            </a:r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CFB1E900-8B24-2C06-7336-C1AF7F16D6BA}"/>
              </a:ext>
            </a:extLst>
          </p:cNvPr>
          <p:cNvSpPr/>
          <p:nvPr/>
        </p:nvSpPr>
        <p:spPr>
          <a:xfrm>
            <a:off x="10137413" y="3385990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57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6D250DA-40DA-FD5A-5132-4527F0D4B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600151"/>
              </p:ext>
            </p:extLst>
          </p:nvPr>
        </p:nvGraphicFramePr>
        <p:xfrm>
          <a:off x="283204" y="7254192"/>
          <a:ext cx="1527586" cy="1399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793">
                  <a:extLst>
                    <a:ext uri="{9D8B030D-6E8A-4147-A177-3AD203B41FA5}">
                      <a16:colId xmlns:a16="http://schemas.microsoft.com/office/drawing/2014/main" val="3712119454"/>
                    </a:ext>
                  </a:extLst>
                </a:gridCol>
                <a:gridCol w="763793">
                  <a:extLst>
                    <a:ext uri="{9D8B030D-6E8A-4147-A177-3AD203B41FA5}">
                      <a16:colId xmlns:a16="http://schemas.microsoft.com/office/drawing/2014/main" val="44891094"/>
                    </a:ext>
                  </a:extLst>
                </a:gridCol>
              </a:tblGrid>
              <a:tr h="899983">
                <a:tc gridSpan="2">
                  <a:txBody>
                    <a:bodyPr/>
                    <a:lstStyle/>
                    <a:p>
                      <a:pPr algn="ctr"/>
                      <a:r>
                        <a:rPr lang="es-MX" sz="2600" dirty="0"/>
                        <a:t>EDC FÍSICAS</a:t>
                      </a:r>
                    </a:p>
                  </a:txBody>
                  <a:tcPr marL="99905" marR="99905" marT="49953" marB="49953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453304"/>
                  </a:ext>
                </a:extLst>
              </a:tr>
              <a:tr h="499944">
                <a:tc>
                  <a:txBody>
                    <a:bodyPr/>
                    <a:lstStyle/>
                    <a:p>
                      <a:endParaRPr lang="es-MX" sz="2600"/>
                    </a:p>
                  </a:txBody>
                  <a:tcPr marL="99905" marR="99905" marT="49953" marB="49953"/>
                </a:tc>
                <a:tc>
                  <a:txBody>
                    <a:bodyPr/>
                    <a:lstStyle/>
                    <a:p>
                      <a:r>
                        <a:rPr lang="es-MX" sz="2600" dirty="0"/>
                        <a:t>65</a:t>
                      </a:r>
                    </a:p>
                  </a:txBody>
                  <a:tcPr marL="99905" marR="99905" marT="49953" marB="49953"/>
                </a:tc>
                <a:extLst>
                  <a:ext uri="{0D108BD9-81ED-4DB2-BD59-A6C34878D82A}">
                    <a16:rowId xmlns:a16="http://schemas.microsoft.com/office/drawing/2014/main" val="1646938606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011E0227-6385-40C9-99A7-25DDDED3F3B4}"/>
              </a:ext>
            </a:extLst>
          </p:cNvPr>
          <p:cNvSpPr/>
          <p:nvPr/>
        </p:nvSpPr>
        <p:spPr>
          <a:xfrm>
            <a:off x="582751" y="8274227"/>
            <a:ext cx="235997" cy="23599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MX" sz="874" dirty="0"/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56F43A45-AD14-40DF-85D6-581E2473A8D1}"/>
              </a:ext>
            </a:extLst>
          </p:cNvPr>
          <p:cNvSpPr/>
          <p:nvPr/>
        </p:nvSpPr>
        <p:spPr>
          <a:xfrm>
            <a:off x="5281554" y="7427236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64</a:t>
            </a:r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1F510969-D580-4BA5-B391-7C1395FB61AC}"/>
              </a:ext>
            </a:extLst>
          </p:cNvPr>
          <p:cNvSpPr/>
          <p:nvPr/>
        </p:nvSpPr>
        <p:spPr>
          <a:xfrm>
            <a:off x="5507457" y="7429652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dirty="0"/>
              <a:t>63</a:t>
            </a:r>
            <a:endParaRPr lang="es-MX" sz="874" dirty="0"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2E3F5378-BDE7-4345-A544-D81C62C042CD}"/>
              </a:ext>
            </a:extLst>
          </p:cNvPr>
          <p:cNvSpPr/>
          <p:nvPr/>
        </p:nvSpPr>
        <p:spPr>
          <a:xfrm>
            <a:off x="6147673" y="7427236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dirty="0"/>
              <a:t>62</a:t>
            </a:r>
            <a:endParaRPr lang="es-MX" sz="874" dirty="0"/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BB047BDF-A71D-471C-9E44-38B0F3DBEBC6}"/>
              </a:ext>
            </a:extLst>
          </p:cNvPr>
          <p:cNvSpPr/>
          <p:nvPr/>
        </p:nvSpPr>
        <p:spPr>
          <a:xfrm>
            <a:off x="6404012" y="7427236"/>
            <a:ext cx="117998" cy="11799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dirty="0"/>
              <a:t>61</a:t>
            </a:r>
            <a:endParaRPr lang="es-MX" sz="874" dirty="0"/>
          </a:p>
        </p:txBody>
      </p:sp>
      <p:sp>
        <p:nvSpPr>
          <p:cNvPr id="105" name="Rectángulo 104">
            <a:extLst>
              <a:ext uri="{FF2B5EF4-FFF2-40B4-BE49-F238E27FC236}">
                <a16:creationId xmlns:a16="http://schemas.microsoft.com/office/drawing/2014/main" id="{7484EAAE-9A96-4D04-907D-8341310115E3}"/>
              </a:ext>
            </a:extLst>
          </p:cNvPr>
          <p:cNvSpPr/>
          <p:nvPr/>
        </p:nvSpPr>
        <p:spPr>
          <a:xfrm>
            <a:off x="11291984" y="7427236"/>
            <a:ext cx="161166" cy="10390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dirty="0"/>
              <a:t>65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0F2E5F0-07CC-4D33-B2BB-B2133E802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Pagina 2 de 3</a:t>
            </a:r>
          </a:p>
        </p:txBody>
      </p:sp>
      <p:pic>
        <p:nvPicPr>
          <p:cNvPr id="107" name="Imagen 106" descr="Texto&#10;&#10;Descripción generada automáticamente con confianza media">
            <a:extLst>
              <a:ext uri="{FF2B5EF4-FFF2-40B4-BE49-F238E27FC236}">
                <a16:creationId xmlns:a16="http://schemas.microsoft.com/office/drawing/2014/main" id="{571DABB1-DFE6-455D-A7E5-389E01395C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8807" y="345319"/>
            <a:ext cx="992263" cy="601528"/>
          </a:xfrm>
          <a:prstGeom prst="rect">
            <a:avLst/>
          </a:prstGeom>
        </p:spPr>
      </p:pic>
      <p:pic>
        <p:nvPicPr>
          <p:cNvPr id="108" name="Imagen 107" descr="Imagen que contiene alimentos, sostener, firmar, dibujo&#10;&#10;Descripción generada automáticamente">
            <a:extLst>
              <a:ext uri="{FF2B5EF4-FFF2-40B4-BE49-F238E27FC236}">
                <a16:creationId xmlns:a16="http://schemas.microsoft.com/office/drawing/2014/main" id="{BBEE7BAA-E9DE-4C31-AC2B-80A62DE65B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11" y="11669"/>
            <a:ext cx="1268828" cy="1268828"/>
          </a:xfrm>
          <a:prstGeom prst="rect">
            <a:avLst/>
          </a:prstGeom>
        </p:spPr>
      </p:pic>
      <p:sp>
        <p:nvSpPr>
          <p:cNvPr id="106" name="CuadroTexto 105">
            <a:extLst>
              <a:ext uri="{FF2B5EF4-FFF2-40B4-BE49-F238E27FC236}">
                <a16:creationId xmlns:a16="http://schemas.microsoft.com/office/drawing/2014/main" id="{12AEA20A-2B86-4852-82F4-EEE94DC64BAF}"/>
              </a:ext>
            </a:extLst>
          </p:cNvPr>
          <p:cNvSpPr txBox="1"/>
          <p:nvPr/>
        </p:nvSpPr>
        <p:spPr>
          <a:xfrm>
            <a:off x="3734208" y="320197"/>
            <a:ext cx="5429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 OUT DE EDC FISICAS 2026</a:t>
            </a:r>
          </a:p>
        </p:txBody>
      </p:sp>
    </p:spTree>
    <p:extLst>
      <p:ext uri="{BB962C8B-B14F-4D97-AF65-F5344CB8AC3E}">
        <p14:creationId xmlns:p14="http://schemas.microsoft.com/office/powerpoint/2010/main" val="2714455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, Esquemático&#10;&#10;Descripción generada automáticamente">
            <a:extLst>
              <a:ext uri="{FF2B5EF4-FFF2-40B4-BE49-F238E27FC236}">
                <a16:creationId xmlns:a16="http://schemas.microsoft.com/office/drawing/2014/main" id="{5B296B37-A78C-6A03-18E6-50594E46A8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0" t="11682" r="16854" b="47106"/>
          <a:stretch/>
        </p:blipFill>
        <p:spPr>
          <a:xfrm>
            <a:off x="640726" y="1392822"/>
            <a:ext cx="11766369" cy="621389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EA3DF47-7551-33E0-6866-05E030830C95}"/>
              </a:ext>
            </a:extLst>
          </p:cNvPr>
          <p:cNvSpPr/>
          <p:nvPr/>
        </p:nvSpPr>
        <p:spPr>
          <a:xfrm>
            <a:off x="7238730" y="6302651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C141F6D-B3C0-2FC8-E184-8B4F79ED5870}"/>
              </a:ext>
            </a:extLst>
          </p:cNvPr>
          <p:cNvSpPr/>
          <p:nvPr/>
        </p:nvSpPr>
        <p:spPr>
          <a:xfrm>
            <a:off x="2272977" y="7354200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b="1" dirty="0">
                <a:solidFill>
                  <a:schemeClr val="tx1"/>
                </a:solidFill>
              </a:rPr>
              <a:t>8</a:t>
            </a:r>
            <a:endParaRPr lang="es-MX" sz="874" b="1" dirty="0">
              <a:solidFill>
                <a:schemeClr val="tx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1F3DBC0-5C2A-8BC6-EA84-D32CAFF45231}"/>
              </a:ext>
            </a:extLst>
          </p:cNvPr>
          <p:cNvSpPr/>
          <p:nvPr/>
        </p:nvSpPr>
        <p:spPr>
          <a:xfrm>
            <a:off x="2976016" y="7050423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b="1" dirty="0">
                <a:solidFill>
                  <a:schemeClr val="tx1"/>
                </a:solidFill>
              </a:rPr>
              <a:t>3</a:t>
            </a:r>
            <a:endParaRPr lang="es-MX" sz="874" b="1" dirty="0">
              <a:solidFill>
                <a:schemeClr val="tx1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36CD724-A70A-4712-6404-3EDD2A70AAC3}"/>
              </a:ext>
            </a:extLst>
          </p:cNvPr>
          <p:cNvSpPr/>
          <p:nvPr/>
        </p:nvSpPr>
        <p:spPr>
          <a:xfrm>
            <a:off x="3020129" y="6726706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b="1" dirty="0">
                <a:solidFill>
                  <a:schemeClr val="tx1"/>
                </a:solidFill>
              </a:rPr>
              <a:t>2</a:t>
            </a:r>
            <a:endParaRPr lang="es-MX" sz="874" b="1" dirty="0">
              <a:solidFill>
                <a:schemeClr val="tx1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A95127E-A6C0-41F4-C3FE-669899A27E94}"/>
              </a:ext>
            </a:extLst>
          </p:cNvPr>
          <p:cNvSpPr/>
          <p:nvPr/>
        </p:nvSpPr>
        <p:spPr>
          <a:xfrm>
            <a:off x="2818685" y="6269052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b="1" dirty="0">
                <a:solidFill>
                  <a:schemeClr val="tx1"/>
                </a:solidFill>
              </a:rPr>
              <a:t>6</a:t>
            </a:r>
            <a:endParaRPr lang="es-MX" sz="874" b="1" dirty="0">
              <a:solidFill>
                <a:schemeClr val="tx1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F61678F-6E62-0F6E-7D1D-81BBC7279819}"/>
              </a:ext>
            </a:extLst>
          </p:cNvPr>
          <p:cNvSpPr/>
          <p:nvPr/>
        </p:nvSpPr>
        <p:spPr>
          <a:xfrm>
            <a:off x="2593207" y="7350788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b="1" dirty="0">
                <a:solidFill>
                  <a:schemeClr val="tx1"/>
                </a:solidFill>
              </a:rPr>
              <a:t>7</a:t>
            </a:r>
            <a:endParaRPr lang="es-MX" sz="874" b="1" dirty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CE5510D-A059-C703-87D1-983802F76D6C}"/>
              </a:ext>
            </a:extLst>
          </p:cNvPr>
          <p:cNvSpPr/>
          <p:nvPr/>
        </p:nvSpPr>
        <p:spPr>
          <a:xfrm>
            <a:off x="2005011" y="5121028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b="1" dirty="0">
                <a:solidFill>
                  <a:schemeClr val="tx1"/>
                </a:solidFill>
              </a:rPr>
              <a:t>5</a:t>
            </a:r>
            <a:endParaRPr lang="es-MX" sz="874" b="1" dirty="0">
              <a:solidFill>
                <a:schemeClr val="tx1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A0B4CC5-A7BA-07E0-5FC7-C2A27BCA5F0A}"/>
              </a:ext>
            </a:extLst>
          </p:cNvPr>
          <p:cNvSpPr/>
          <p:nvPr/>
        </p:nvSpPr>
        <p:spPr>
          <a:xfrm>
            <a:off x="2201837" y="4732584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b="1" dirty="0">
                <a:solidFill>
                  <a:schemeClr val="tx1"/>
                </a:solidFill>
              </a:rPr>
              <a:t>4</a:t>
            </a:r>
            <a:endParaRPr lang="es-MX" sz="874" b="1" dirty="0">
              <a:solidFill>
                <a:schemeClr val="tx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DF41D71-75E2-63BE-ACCD-D74BF930D0BD}"/>
              </a:ext>
            </a:extLst>
          </p:cNvPr>
          <p:cNvSpPr/>
          <p:nvPr/>
        </p:nvSpPr>
        <p:spPr>
          <a:xfrm>
            <a:off x="970649" y="3254274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b="1" dirty="0">
                <a:solidFill>
                  <a:schemeClr val="tx1"/>
                </a:solidFill>
              </a:rPr>
              <a:t>13</a:t>
            </a:r>
            <a:endParaRPr lang="es-MX" sz="874" b="1" dirty="0">
              <a:solidFill>
                <a:schemeClr val="tx1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6EB0B93-C3E5-8EBF-7925-0FACF2A4D3FF}"/>
              </a:ext>
            </a:extLst>
          </p:cNvPr>
          <p:cNvSpPr/>
          <p:nvPr/>
        </p:nvSpPr>
        <p:spPr>
          <a:xfrm>
            <a:off x="1167654" y="4945283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97E3C62-70EE-6609-62CF-C33DC86DB517}"/>
              </a:ext>
            </a:extLst>
          </p:cNvPr>
          <p:cNvSpPr/>
          <p:nvPr/>
        </p:nvSpPr>
        <p:spPr>
          <a:xfrm>
            <a:off x="1515503" y="7332437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3294C62-8CA6-0B71-E965-B38FBAF74DB4}"/>
              </a:ext>
            </a:extLst>
          </p:cNvPr>
          <p:cNvSpPr/>
          <p:nvPr/>
        </p:nvSpPr>
        <p:spPr>
          <a:xfrm>
            <a:off x="1753755" y="7344639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9A9B1A1-12B1-E382-6B44-C9BD1627F696}"/>
              </a:ext>
            </a:extLst>
          </p:cNvPr>
          <p:cNvSpPr/>
          <p:nvPr/>
        </p:nvSpPr>
        <p:spPr>
          <a:xfrm>
            <a:off x="1980171" y="7354201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b="1" dirty="0">
                <a:solidFill>
                  <a:schemeClr val="tx1"/>
                </a:solidFill>
              </a:rPr>
              <a:t>9</a:t>
            </a:r>
            <a:endParaRPr lang="es-MX" sz="874" b="1" dirty="0">
              <a:solidFill>
                <a:schemeClr val="tx1"/>
              </a:solidFill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93DFD5D-9048-1F43-19C8-F279AB42F48C}"/>
              </a:ext>
            </a:extLst>
          </p:cNvPr>
          <p:cNvSpPr/>
          <p:nvPr/>
        </p:nvSpPr>
        <p:spPr>
          <a:xfrm>
            <a:off x="913618" y="2648636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CD041C2-CD31-D768-974A-AF5DD69BDDF8}"/>
              </a:ext>
            </a:extLst>
          </p:cNvPr>
          <p:cNvSpPr/>
          <p:nvPr/>
        </p:nvSpPr>
        <p:spPr>
          <a:xfrm>
            <a:off x="2711367" y="3380468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b="1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B514C3D-AB5E-20E9-A037-BF6507658816}"/>
              </a:ext>
            </a:extLst>
          </p:cNvPr>
          <p:cNvSpPr/>
          <p:nvPr/>
        </p:nvSpPr>
        <p:spPr>
          <a:xfrm>
            <a:off x="11423947" y="7275536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b="1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6C39136-0DEA-A4D8-A640-8E02365D4595}"/>
              </a:ext>
            </a:extLst>
          </p:cNvPr>
          <p:cNvSpPr/>
          <p:nvPr/>
        </p:nvSpPr>
        <p:spPr>
          <a:xfrm>
            <a:off x="11009768" y="3040072"/>
            <a:ext cx="217430" cy="214202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b="1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77534760-B1AC-8156-2B14-2B4E88FBE230}"/>
              </a:ext>
            </a:extLst>
          </p:cNvPr>
          <p:cNvSpPr/>
          <p:nvPr/>
        </p:nvSpPr>
        <p:spPr>
          <a:xfrm>
            <a:off x="10991201" y="7301625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b="1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AFED29D-B088-84FD-5524-A9EFACC37523}"/>
              </a:ext>
            </a:extLst>
          </p:cNvPr>
          <p:cNvSpPr/>
          <p:nvPr/>
        </p:nvSpPr>
        <p:spPr>
          <a:xfrm>
            <a:off x="9677284" y="5421747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b="1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8078201B-91FF-6B97-6745-9B7E8FE06A88}"/>
              </a:ext>
            </a:extLst>
          </p:cNvPr>
          <p:cNvSpPr/>
          <p:nvPr/>
        </p:nvSpPr>
        <p:spPr>
          <a:xfrm>
            <a:off x="9086316" y="7308331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b="1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12A6087D-C2FA-84A3-ED52-6FC27252F499}"/>
              </a:ext>
            </a:extLst>
          </p:cNvPr>
          <p:cNvSpPr/>
          <p:nvPr/>
        </p:nvSpPr>
        <p:spPr>
          <a:xfrm>
            <a:off x="10443656" y="7378799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11D4AA96-1EEA-FB12-D01D-7DE981533AA4}"/>
              </a:ext>
            </a:extLst>
          </p:cNvPr>
          <p:cNvSpPr/>
          <p:nvPr/>
        </p:nvSpPr>
        <p:spPr>
          <a:xfrm>
            <a:off x="7422506" y="7221468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b="1" dirty="0">
                <a:solidFill>
                  <a:schemeClr val="tx1"/>
                </a:solidFill>
              </a:rPr>
              <a:t>2</a:t>
            </a:r>
            <a:r>
              <a:rPr lang="es-MX" sz="874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85412935-F75F-8075-1F13-2D55E722FC3E}"/>
              </a:ext>
            </a:extLst>
          </p:cNvPr>
          <p:cNvSpPr/>
          <p:nvPr/>
        </p:nvSpPr>
        <p:spPr>
          <a:xfrm>
            <a:off x="7134212" y="6548000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b="1" dirty="0">
                <a:solidFill>
                  <a:schemeClr val="tx1"/>
                </a:solidFill>
              </a:rPr>
              <a:t>26</a:t>
            </a:r>
            <a:endParaRPr lang="es-MX" sz="874" b="1" dirty="0">
              <a:solidFill>
                <a:schemeClr val="tx1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EE5BBFD-0F8A-CF47-9554-1BDEC67EF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787951"/>
              </p:ext>
            </p:extLst>
          </p:nvPr>
        </p:nvGraphicFramePr>
        <p:xfrm>
          <a:off x="354835" y="7670402"/>
          <a:ext cx="1527586" cy="99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793">
                  <a:extLst>
                    <a:ext uri="{9D8B030D-6E8A-4147-A177-3AD203B41FA5}">
                      <a16:colId xmlns:a16="http://schemas.microsoft.com/office/drawing/2014/main" val="3712119454"/>
                    </a:ext>
                  </a:extLst>
                </a:gridCol>
                <a:gridCol w="763793">
                  <a:extLst>
                    <a:ext uri="{9D8B030D-6E8A-4147-A177-3AD203B41FA5}">
                      <a16:colId xmlns:a16="http://schemas.microsoft.com/office/drawing/2014/main" val="44891094"/>
                    </a:ext>
                  </a:extLst>
                </a:gridCol>
              </a:tblGrid>
              <a:tr h="499944">
                <a:tc gridSpan="2">
                  <a:txBody>
                    <a:bodyPr/>
                    <a:lstStyle/>
                    <a:p>
                      <a:pPr algn="ctr"/>
                      <a:r>
                        <a:rPr lang="es-MX" sz="2600" dirty="0"/>
                        <a:t>EDC UV</a:t>
                      </a:r>
                    </a:p>
                  </a:txBody>
                  <a:tcPr marL="99905" marR="99905" marT="49953" marB="49953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453304"/>
                  </a:ext>
                </a:extLst>
              </a:tr>
              <a:tr h="499944">
                <a:tc>
                  <a:txBody>
                    <a:bodyPr/>
                    <a:lstStyle/>
                    <a:p>
                      <a:endParaRPr lang="es-MX" sz="2600"/>
                    </a:p>
                  </a:txBody>
                  <a:tcPr marL="99905" marR="99905" marT="49953" marB="49953"/>
                </a:tc>
                <a:tc>
                  <a:txBody>
                    <a:bodyPr/>
                    <a:lstStyle/>
                    <a:p>
                      <a:r>
                        <a:rPr lang="es-MX" sz="2600" dirty="0"/>
                        <a:t>26</a:t>
                      </a:r>
                    </a:p>
                  </a:txBody>
                  <a:tcPr marL="99905" marR="99905" marT="49953" marB="49953"/>
                </a:tc>
                <a:extLst>
                  <a:ext uri="{0D108BD9-81ED-4DB2-BD59-A6C34878D82A}">
                    <a16:rowId xmlns:a16="http://schemas.microsoft.com/office/drawing/2014/main" val="1646938606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47F1666A-454D-A0D2-EB09-ADCBA44854AB}"/>
              </a:ext>
            </a:extLst>
          </p:cNvPr>
          <p:cNvSpPr/>
          <p:nvPr/>
        </p:nvSpPr>
        <p:spPr>
          <a:xfrm>
            <a:off x="640726" y="8303772"/>
            <a:ext cx="235997" cy="235997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MX" sz="874" b="1" dirty="0">
              <a:solidFill>
                <a:schemeClr val="tx1"/>
              </a:solidFill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D69ECB62-EB99-4C1D-BB4F-21BB82B02F96}"/>
              </a:ext>
            </a:extLst>
          </p:cNvPr>
          <p:cNvSpPr/>
          <p:nvPr/>
        </p:nvSpPr>
        <p:spPr>
          <a:xfrm>
            <a:off x="9534221" y="7354478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b="1" dirty="0">
                <a:solidFill>
                  <a:schemeClr val="tx1"/>
                </a:solidFill>
              </a:rPr>
              <a:t>1</a:t>
            </a:r>
            <a:r>
              <a:rPr lang="es-MX" sz="874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2FACA430-A6E2-4A6D-B3FB-B674EEAD5E4E}"/>
              </a:ext>
            </a:extLst>
          </p:cNvPr>
          <p:cNvSpPr/>
          <p:nvPr/>
        </p:nvSpPr>
        <p:spPr>
          <a:xfrm>
            <a:off x="10053443" y="7357034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874" b="1" dirty="0">
                <a:solidFill>
                  <a:schemeClr val="tx1"/>
                </a:solidFill>
              </a:rPr>
              <a:t>1</a:t>
            </a:r>
            <a:r>
              <a:rPr lang="es-MX" sz="874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00E1A15A-5D99-4B80-98DC-13D9BF279442}"/>
              </a:ext>
            </a:extLst>
          </p:cNvPr>
          <p:cNvSpPr/>
          <p:nvPr/>
        </p:nvSpPr>
        <p:spPr>
          <a:xfrm>
            <a:off x="11009767" y="6498831"/>
            <a:ext cx="157331" cy="157331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874" b="1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C985D11-4677-47F5-A869-8F9094D22264}"/>
              </a:ext>
            </a:extLst>
          </p:cNvPr>
          <p:cNvSpPr txBox="1"/>
          <p:nvPr/>
        </p:nvSpPr>
        <p:spPr>
          <a:xfrm>
            <a:off x="1882421" y="8131854"/>
            <a:ext cx="2156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rial Narrow" panose="020B0606020202030204" pitchFamily="34" charset="0"/>
              </a:rPr>
              <a:t>EDC UV # 26</a:t>
            </a:r>
          </a:p>
          <a:p>
            <a:r>
              <a:rPr lang="es-ES" sz="1400" dirty="0">
                <a:latin typeface="Arial Narrow" panose="020B0606020202030204" pitchFamily="34" charset="0"/>
              </a:rPr>
              <a:t>Ubicada en salón comedor.</a:t>
            </a:r>
            <a:endParaRPr lang="es-MX" sz="1400" dirty="0">
              <a:latin typeface="Arial Narrow" panose="020B0606020202030204" pitchFamily="34" charset="0"/>
            </a:endParaRPr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CCC5851C-2F17-4D3B-85F3-E8566AF7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Pagina 3 de 3</a:t>
            </a:r>
          </a:p>
        </p:txBody>
      </p:sp>
      <p:pic>
        <p:nvPicPr>
          <p:cNvPr id="34" name="Imagen 33" descr="Texto&#10;&#10;Descripción generada automáticamente con confianza media">
            <a:extLst>
              <a:ext uri="{FF2B5EF4-FFF2-40B4-BE49-F238E27FC236}">
                <a16:creationId xmlns:a16="http://schemas.microsoft.com/office/drawing/2014/main" id="{B5568288-DD16-4218-AD1D-212F01F4C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8807" y="345319"/>
            <a:ext cx="992263" cy="601528"/>
          </a:xfrm>
          <a:prstGeom prst="rect">
            <a:avLst/>
          </a:prstGeom>
        </p:spPr>
      </p:pic>
      <p:pic>
        <p:nvPicPr>
          <p:cNvPr id="36" name="Imagen 35" descr="Imagen que contiene alimentos, sostener, firmar, dibujo&#10;&#10;Descripción generada automáticamente">
            <a:extLst>
              <a:ext uri="{FF2B5EF4-FFF2-40B4-BE49-F238E27FC236}">
                <a16:creationId xmlns:a16="http://schemas.microsoft.com/office/drawing/2014/main" id="{82F77AA4-3458-4897-9381-52E54BBBA4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11" y="11669"/>
            <a:ext cx="1268828" cy="1268828"/>
          </a:xfrm>
          <a:prstGeom prst="rect">
            <a:avLst/>
          </a:prstGeom>
        </p:spPr>
      </p:pic>
      <p:sp>
        <p:nvSpPr>
          <p:cNvPr id="40" name="CuadroTexto 39">
            <a:extLst>
              <a:ext uri="{FF2B5EF4-FFF2-40B4-BE49-F238E27FC236}">
                <a16:creationId xmlns:a16="http://schemas.microsoft.com/office/drawing/2014/main" id="{A7B1899C-8D77-468A-83EB-BE2495D566E5}"/>
              </a:ext>
            </a:extLst>
          </p:cNvPr>
          <p:cNvSpPr txBox="1"/>
          <p:nvPr/>
        </p:nvSpPr>
        <p:spPr>
          <a:xfrm>
            <a:off x="3734208" y="320197"/>
            <a:ext cx="5429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 OUT DE EQUIPOS DE LUZ 2026</a:t>
            </a:r>
          </a:p>
        </p:txBody>
      </p:sp>
    </p:spTree>
    <p:extLst>
      <p:ext uri="{BB962C8B-B14F-4D97-AF65-F5344CB8AC3E}">
        <p14:creationId xmlns:p14="http://schemas.microsoft.com/office/powerpoint/2010/main" val="40310492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740</TotalTime>
  <Words>245</Words>
  <Application>Microsoft Office PowerPoint</Application>
  <PresentationFormat>Personalizado</PresentationFormat>
  <Paragraphs>181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Arial Narrow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Nuñez</dc:creator>
  <cp:lastModifiedBy>fernandosomera.servipro@outlook.com</cp:lastModifiedBy>
  <cp:revision>57</cp:revision>
  <cp:lastPrinted>2025-12-31T13:01:50Z</cp:lastPrinted>
  <dcterms:created xsi:type="dcterms:W3CDTF">2025-01-16T17:43:03Z</dcterms:created>
  <dcterms:modified xsi:type="dcterms:W3CDTF">2026-02-11T13:19:53Z</dcterms:modified>
</cp:coreProperties>
</file>